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13"/>
  </p:normalViewPr>
  <p:slideViewPr>
    <p:cSldViewPr snapToGrid="0" snapToObjects="1">
      <p:cViewPr varScale="1">
        <p:scale>
          <a:sx n="108" d="100"/>
          <a:sy n="108" d="100"/>
        </p:scale>
        <p:origin x="73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9824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ee1105fa-fb2f-4ee1-a837-be82bb0c919f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dc29335a-fc14-47a9-8f25-104f09a75bb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73e86e4d-63e9-4889-ab9d-d7f29db3315c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a8dec5bd-a9db-4d42-be92-b4c1d55577c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f3e7d3ef-27aa-46c0-9925-698762ec6728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ccfd3e22-9522-4c33-840b-f716b0a07604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620a62c6-b549-41dc-ad14-b6d1c416e225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e282908f-dbd7-41c4-aa8f-a566fc2613af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e36d80d7-2543-4a5c-9e86-8a3992cb162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8c40b95b-2ec1-450b-9e54-eb8571c138bc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spd="slow">
    <p:wheel spokes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d3ac2efa-be50-428b-967a-f084d85d5039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</Words>
  <Application>Microsoft Office PowerPoint</Application>
  <PresentationFormat>On-screen Show (16:9)</PresentationFormat>
  <Paragraphs>11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Bibek CHAUDHARY THARU</cp:lastModifiedBy>
  <cp:revision>3</cp:revision>
  <dcterms:created xsi:type="dcterms:W3CDTF">2026-03-30T18:38:04Z</dcterms:created>
  <dcterms:modified xsi:type="dcterms:W3CDTF">2026-03-30T18:45:31Z</dcterms:modified>
</cp:coreProperties>
</file>